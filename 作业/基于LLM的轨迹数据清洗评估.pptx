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开场。这套方法要把轨迹清洗的参数决策交给 LLM，但它的建议必须能被自动判分。今天讲的是完整做法：怎么组织输入、让 LLM 调哪些工具、参数怎么定、怎么核验它的建议、以及怎么判断这套流程真的有效。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这是动机页。核心是第二点：没法判分。做工程的人最容易忽略这点，结果做出来的东西只能演示不能评价。建议点明：本课所有设计都是为了让第三点（成本）和第二点（判分）同时成立。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这是方法论总览，后面每一页都在展开其中一步。建议强调第一步是替代 LLM 的语感，第三步是替代人的判断。LLM 只出现在第二步。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这一步的关键是纪律。117 万个点不可能进上下文，所以只给标量和句柄。诊断卡里最有用的是 regime 和时间轴质量，因为它们直接决定该用哪套参数。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这一页解释为什么不能对全部数据用一套参数。实测数据是两个截然不同的群体，混在一起做参数推荐一定失败。这也是让 LLM 看诊断卡而不是看坐标的原因。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讲工具分类。重点是刻意不提供写记忆的工具，这条规则让记忆不会被幻觉污染。另外要说明工具返回的都是标量统计，不是坐标。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回答参数怎么调这个核心问题。LLM 只给起点和方向，不给最终值。这是本方法与传统自动调参最不同的地方，也是它能被自动判分的原因。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核心页，建议讲慢。regret 需要 ground truth，所以必须跑一次确定性搜索。三种口径一定要讲清楚，否则会得出错误结论。方向准确率是零成本的额外判据，值得强调。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讲清楚为什么要分层。L2 是机器算出来的统计，L3 是人写的解释，两者不冲突。注意最后一行的成本含义：跑少数、复用多数，这是 11386 条能落地的关键。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方法论页。两个陷阱都会让结论完全相反，而且都很隐蔽。信息泄漏尤其容易犯，因为它在单条轨迹上看不出任何异常。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必须如实讲。三种含 LLM 模式的得分完全相同。根因是 moving 类轨迹在记忆里一条已验证案例都没有，所以检索到的可用信息是零。这是数据饥饿，不是方法失败。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这页对做过实际数据处理的人最有价值。挑两三个讲透即可，比如墨卡托放大 17% 和 Hausdorff 的 548 米对 4.77 米。这些坑都不会让代码报错，只会让结论错。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如实交代边界。左侧可直接用，右侧是还没验证的部分。不要把未验证的说成已验证。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三条按收益排序。第一条最紧，如果不解决，后面两条得出的结论都不可信。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0700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7F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任务三 · 方法与实现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LLM 的轨迹数据清洗评估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371600" cy="45720"/>
          </a:xfrm>
          <a:prstGeom prst="rect">
            <a:avLst/>
          </a:prstGeom>
          <a:solidFill>
            <a:srgbClr val="4FA3D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962656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 选评估工具、提参数建议，再用定量指标核验建议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40156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四步做法 · 15 个工具 · 四层记忆 · 留出集消融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要解决什么问题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52144"/>
            <a:ext cx="50292" cy="932688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52144"/>
            <a:ext cx="201168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参数靠猜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834640" y="1152144"/>
            <a:ext cx="580644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清洗参数（比如 DP 容差、速度阈值）通常是手工试出来的，换个数据集就失效。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50292" cy="9326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49424"/>
            <a:ext cx="201168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没法判分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834640" y="2249424"/>
            <a:ext cx="580644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 给个参数很容易，但「它提得对不对」没有量化判据，只能靠人看。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0292" cy="932688"/>
          </a:xfrm>
          <a:prstGeom prst="rect">
            <a:avLst/>
          </a:prstGeom>
          <a:solidFill>
            <a:srgbClr val="8A6D1F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346704"/>
            <a:ext cx="201168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成本不可行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834640" y="3346704"/>
            <a:ext cx="580644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11386 条轨迹，每条都调 LLM 不现实，需要让结果可以复用。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34256"/>
            <a:ext cx="809244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334256"/>
            <a:ext cx="50292" cy="62179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4389120"/>
            <a:ext cx="77083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本课要讲的就是怎么同时解决②和③：把 LLM 的建议变成可自动判分的数字，并让结果可以复用。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方法总览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整体做法：四步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33856"/>
            <a:ext cx="1938528" cy="475488"/>
          </a:xfrm>
          <a:prstGeom prst="roundRect">
            <a:avLst>
              <a:gd name="adj" fmla="val 11538"/>
            </a:avLst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6128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1938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73352"/>
            <a:ext cx="1847088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" y="1700784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把数据变成
</a:t>
            </a:r>
            <a:endParaRPr lang="en-US" sz="1150" dirty="0"/>
          </a:p>
          <a:p>
            <a:pPr algn="ct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能读的输入
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诊断卡 + 句柄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05456" y="1371600"/>
            <a:ext cx="137160" cy="0"/>
          </a:xfrm>
          <a:prstGeom prst="line">
            <a:avLst/>
          </a:prstGeom>
          <a:noFill/>
          <a:ln w="20320">
            <a:solidFill>
              <a:srgbClr val="5B6B7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60904" y="1133856"/>
            <a:ext cx="1938528" cy="475488"/>
          </a:xfrm>
          <a:prstGeom prst="roundRect">
            <a:avLst>
              <a:gd name="adj" fmla="val 11538"/>
            </a:avLst>
          </a:prstGeom>
          <a:solidFill>
            <a:srgbClr val="8A6D1F"/>
          </a:solidFill>
          <a:ln w="12700">
            <a:solidFill>
              <a:srgbClr val="8A6D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6624" y="116128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60904" y="1645920"/>
            <a:ext cx="1938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06624" y="1673352"/>
            <a:ext cx="1847088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34056" y="1700784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 决定
</a:t>
            </a:r>
            <a:endParaRPr lang="en-US" sz="1150" dirty="0"/>
          </a:p>
          <a:p>
            <a:pPr algn="ct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用什么工具、提什么参数
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1371600"/>
            <a:ext cx="137160" cy="0"/>
          </a:xfrm>
          <a:prstGeom prst="line">
            <a:avLst/>
          </a:prstGeom>
          <a:noFill/>
          <a:ln w="20320">
            <a:solidFill>
              <a:srgbClr val="5B6B7C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73168" y="1133856"/>
            <a:ext cx="1938528" cy="475488"/>
          </a:xfrm>
          <a:prstGeom prst="roundRect">
            <a:avLst>
              <a:gd name="adj" fmla="val 11538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116128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73168" y="1645920"/>
            <a:ext cx="1938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1673352"/>
            <a:ext cx="1847088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1700784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参数不靠猜
</a:t>
            </a:r>
            <a:endParaRPr lang="en-US" sz="1150" dirty="0"/>
          </a:p>
          <a:p>
            <a:pPr algn="ct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物理先验定区间
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确定性代码给边界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29984" y="1371600"/>
            <a:ext cx="137160" cy="0"/>
          </a:xfrm>
          <a:prstGeom prst="line">
            <a:avLst/>
          </a:prstGeom>
          <a:noFill/>
          <a:ln w="20320">
            <a:solidFill>
              <a:srgbClr val="5B6B7C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85432" y="1133856"/>
            <a:ext cx="1938528" cy="475488"/>
          </a:xfrm>
          <a:prstGeom prst="roundRect">
            <a:avLst>
              <a:gd name="adj" fmla="val 1153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31152" y="116128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85432" y="1645920"/>
            <a:ext cx="1938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1673352"/>
            <a:ext cx="1847088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958584" y="1700784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核验它的建议
</a:t>
            </a:r>
            <a:endParaRPr lang="en-US" sz="1150" dirty="0"/>
          </a:p>
          <a:p>
            <a:pPr algn="ct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跟确定性搜索最优比
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regret 判分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218688"/>
            <a:ext cx="8092440" cy="64008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218688"/>
            <a:ext cx="50292" cy="640080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3273552"/>
            <a:ext cx="7708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只出现在第二步。第一步用确定性统计替代它的语感，第三、四步用确定性搜索替代人的判断。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3950208"/>
            <a:ext cx="8092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这样做的结果：LLM 的建议好坏变成一个数字，而不是一段需要人读的解释。</a:t>
            </a:r>
            <a:endParaRPr lang="en-US" sz="12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同时因为第三、四步是确定性的，它们不消耗 API 调用，成本是可控的。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第一步：把数据变成 LLM 能读的输入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70432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4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117 万个点不可能进上下文。</a:t>
            </a:r>
            <a:endParaRPr lang="en-US" sz="14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所以只给两样东西：</a:t>
            </a:r>
            <a:endParaRPr lang="en-US" sz="1450" dirty="0"/>
          </a:p>
          <a:p>
            <a:pPr lvl="1" marL="685800" indent="-3429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句柄字符串，例如 246#0@v3</a:t>
            </a:r>
            <a:endParaRPr lang="en-US" sz="1450" dirty="0"/>
          </a:p>
          <a:p>
            <a:pPr lvl="1" marL="6858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一张诊断卡，只含标量统计</a:t>
            </a:r>
            <a:endParaRPr lang="en-US" sz="14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诊断卡约 400 到 600 字节。11386 条全量也只有几 MB。</a:t>
            </a:r>
            <a:endParaRPr lang="en-US" sz="14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每次清洗或压缩产生新句柄并记录血缘，过程可完整重放。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349240" y="1152144"/>
            <a:ext cx="3291840" cy="3401568"/>
          </a:xfrm>
          <a:prstGeom prst="rect">
            <a:avLst/>
          </a:prstGeom>
          <a:solidFill>
            <a:srgbClr val="1B2B3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0" y="1280160"/>
            <a:ext cx="301752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诊断卡（无任何坐标）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seg_id:     246#0@v3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n_points:   106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regime:     moving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timeline:   ok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dt_median:  10.0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dt_p95:     20.0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dup_ratio:  0.019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speed_p99:  100.77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anomalies:  {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dt_artifact: 4,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space_jump:  9 }
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没有 coords 字段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4590288"/>
            <a:ext cx="8092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诊断卡里最有用的是 regime 和时间轴质量，它们直接决定该用哪套参数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关键前提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为什么要先分类型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76072" y="3538728"/>
            <a:ext cx="3291840" cy="0"/>
          </a:xfrm>
          <a:prstGeom prst="line">
            <a:avLst/>
          </a:prstGeom>
          <a:noFill/>
          <a:ln w="15240">
            <a:solidFill>
              <a:srgbClr val="D8DE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440180"/>
            <a:ext cx="566928" cy="2098548"/>
          </a:xfrm>
          <a:prstGeom prst="rect">
            <a:avLst/>
          </a:prstGeom>
          <a:solidFill>
            <a:srgbClr val="6C7A89"/>
          </a:solidFill>
          <a:ln w="12700">
            <a:solidFill>
              <a:srgbClr val="6C7A8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7612"/>
            <a:ext cx="475488" cy="20436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1129284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7A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" y="359359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静止轨迹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67128" y="2972453"/>
            <a:ext cx="566928" cy="566275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12848" y="2999885"/>
            <a:ext cx="475488" cy="511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67128" y="2661557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02536" y="359359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48456" y="2872522"/>
            <a:ext cx="566928" cy="666206"/>
          </a:xfrm>
          <a:prstGeom prst="rect">
            <a:avLst/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4176" y="2899954"/>
            <a:ext cx="475488" cy="61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48456" y="2561626"/>
            <a:ext cx="566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B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83864" y="359359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行驶轨迹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9502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条抽样的轨迹类型分布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118872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静止与行驶是两个完全不同的群体。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静止轨迹：位移中位 42 米，重复点可占 90%，中位速度 0.1 m/s。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行驶轨迹：位移数公里至 20 公里，重复点通常低于 10%。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0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对这两类用同一套阈值，不是效果差一点，而是对其中一半数据完全失效。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所以诊断卡把类型放在最前面，LLM 一眼就能看到该换参数。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590288"/>
            <a:ext cx="8092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占比来自 200 条抽样的实测统计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第二步：给 LLM 的工具箱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80924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23360"/>
                <a:gridCol w="27432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profile · detect_anomalies · evaluate · compare_handles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返回标量统计，不含坐标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split · clean · simplify · apply_road_constraint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产生新句柄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做实验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run_search · find_knee · suggest_param_range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扫描参数、取拐点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查经验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query_memory · query_playbook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相似案例 + 人类笔记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render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叠加图 / 异常分布 / 热力图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刻意不给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write_memory · write_playbook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无权写记忆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31920"/>
            <a:ext cx="8092440" cy="713232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3931920"/>
            <a:ext cx="50292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3986784"/>
            <a:ext cx="7708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为什么故意不给写记忆的工具：如果 LLM 能直接写，一次幻觉就会被后续检索不断放大，而且很难发现。记忆的写入权只交给核验通过的确定性代码。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700016"/>
            <a:ext cx="8092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所有工具都是确定性函数，没有随机性、不联网、不调用 LLM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第三步：参数怎么定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52144"/>
            <a:ext cx="2487168" cy="457200"/>
          </a:xfrm>
          <a:prstGeom prst="roundRect">
            <a:avLst>
              <a:gd name="adj" fmla="val 12000"/>
            </a:avLst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9576"/>
            <a:ext cx="23957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物理先验定区间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487168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73352"/>
            <a:ext cx="2395728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个参数各有合法区间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由数据分布或物理量反推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确定性代码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072384" y="1380744"/>
            <a:ext cx="237744" cy="0"/>
          </a:xfrm>
          <a:prstGeom prst="line">
            <a:avLst/>
          </a:prstGeom>
          <a:noFill/>
          <a:ln w="20320">
            <a:solidFill>
              <a:srgbClr val="5B6B7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46704" y="1152144"/>
            <a:ext cx="2487168" cy="457200"/>
          </a:xfrm>
          <a:prstGeom prst="roundRect">
            <a:avLst>
              <a:gd name="adj" fmla="val 12000"/>
            </a:avLst>
          </a:prstGeom>
          <a:solidFill>
            <a:srgbClr val="8A6D1F"/>
          </a:solidFill>
          <a:ln w="12700">
            <a:solidFill>
              <a:srgbClr val="8A6D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92424" y="1179576"/>
            <a:ext cx="23957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LLM 提起点与方向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46704" y="1645920"/>
            <a:ext cx="2487168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92424" y="1673352"/>
            <a:ext cx="2395728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给出参数值 + 预期效果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强制结构化输出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46704" y="254203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70448" y="1380744"/>
            <a:ext cx="237744" cy="0"/>
          </a:xfrm>
          <a:prstGeom prst="line">
            <a:avLst/>
          </a:prstGeom>
          <a:noFill/>
          <a:ln w="20320">
            <a:solidFill>
              <a:srgbClr val="5B6B7C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44768" y="1152144"/>
            <a:ext cx="24871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0488" y="1179576"/>
            <a:ext cx="23957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有界搜索精调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645920"/>
            <a:ext cx="2487168" cy="868680"/>
          </a:xfrm>
          <a:prstGeom prst="roundRect">
            <a:avLst>
              <a:gd name="adj" fmla="val 6316"/>
            </a:avLst>
          </a:prstGeom>
          <a:solidFill>
            <a:srgbClr val="F4F6F8"/>
          </a:solidFill>
          <a:ln w="12700">
            <a:solidFill>
              <a:srgbClr val="D8D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1673352"/>
            <a:ext cx="2395728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坐标下降 + 拐点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 ground truth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44768" y="2542032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确定性代码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8092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●"/>
            </a:pPr>
            <a:r>
              <a:rPr lang="en-US" sz="115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关键：LLM 不是优化器，它只给起点和方向。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dp_tolerance 区间 [0.5, 30] 米，上限约等于 GPS 定位精度。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dt_threshold 区间 [15, 180] 秒，下界保住正常的 20 秒采样。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dist_threshold 由 Δt × 限速 × 安全系数推导，不由位移分布推导。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809244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50292" cy="5669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4169664"/>
            <a:ext cx="7708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「预期效果」这一栏是白送的评分抓手。LLM 必须预测每个参数的升降方向，核验时只需比对符号，就能零成本算出方向准确率。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第四步：怎么判断 LLM 提得对不对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70432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regret = 搜索最优分 − LLM 提议分</a:t>
            </a:r>
            <a:endParaRPr lang="en-US" sz="14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它需要 ground truth。所以在同一预算内跑一次确定性搜索作为标尺。</a:t>
            </a:r>
            <a:endParaRPr lang="en-US" sz="14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实测一条：提议 0.6008、基线 0.6330、最优 0.6366，得 regret 0.0358。</a:t>
            </a:r>
            <a:endParaRPr lang="en-US" sz="140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另外两个零成本判据：</a:t>
            </a:r>
            <a:endParaRPr lang="en-US" sz="1400" dirty="0"/>
          </a:p>
          <a:p>
            <a:pPr lvl="1" marL="685800" indent="-3429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方向准确率：预测的升降符号与实测是否一致</a:t>
            </a:r>
            <a:endParaRPr lang="en-US" sz="1400" dirty="0"/>
          </a:p>
          <a:p>
            <a:pPr lvl="1" marL="6858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约束满足率：提议是否落在物理先验区间内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371600"/>
                <a:gridCol w="1143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归一化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最优与基线差距充足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丢掉了多少比例的可得收益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绝对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最优与基线差距过小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分母趋零会放大微小差距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不适用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轨迹过短（&lt; 200 米）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压缩率在该尺度无物理含义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041648"/>
            <a:ext cx="809244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4041648"/>
            <a:ext cx="50292" cy="65836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4096512"/>
            <a:ext cx="7708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三种口径必须显式标注。混用会让结论完全反过来：headroom 只有 0.021 时，一个与基线持平的提议会被算成 regret 1.0。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4718304"/>
            <a:ext cx="8092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这就是「用定量指标核验建议」的具体落地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记忆怎么用：让流程越跑越省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8092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960120"/>
                <a:gridCol w="2606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谁写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6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工作记忆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当前轨迹的诊断卡与已试参数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单条轨迹内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情景记忆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全量（诊断 → 参数 → 实测指标）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核验器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积累原始经验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程序记忆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诊断签名 → 参数区间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核验器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维特征 kNN 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人类知识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+ 证据 + 反例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只读，给 LLM 因果解释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92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机器算出来的参数区间（程序记忆）和人写的因果解释（人类知识）不重复：前者给数字锚点，后者给物理直觉。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成本含义：跑少数轨迹积累经验，其余轨迹直接查区间清洗，零 LLM 调用。这是 11386 条能落地的关键。</a:t>
            </a:r>
            <a:endParaRPr lang="en-US" sz="11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安全边界：agent 对人类知识库只有读权限。它的任何 bug 都不可能损坏知识库。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消融实验：怎么证明这套流程有效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52144"/>
            <a:ext cx="50292" cy="1417320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52144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四种模式必须结构性不同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1463040"/>
            <a:ext cx="7772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llm-only：只有 LLM，没有实测依据</a:t>
            </a:r>
            <a:endParaRPr lang="en-US" sz="1150" dirty="0"/>
          </a:p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search-only：只有确定性搜索，不含任何 LLM 调用</a:t>
            </a:r>
            <a:endParaRPr lang="en-US" sz="1150" dirty="0"/>
          </a:p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llm+search：加上实测依据</a:t>
            </a:r>
            <a:endParaRPr lang="en-US" sz="1150" dirty="0"/>
          </a:p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llm+memory+search：再加上历史经验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50292" cy="1691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706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两个必须避开的陷阱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3081528"/>
            <a:ext cx="7772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信息泄漏：在评测轨迹上边跑边攒记忆，agent 会把这条轨迹自己的上次结果检索回来。等于考试时把答案摆桌上。</a:t>
            </a:r>
            <a:endParaRPr lang="en-US" sz="1150" dirty="0"/>
          </a:p>
          <a:p>
            <a:pPr marL="342900" indent="-342900">
              <a:lnSpc>
                <a:spcPct val="116000"/>
              </a:lnSpc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标签造假：search-only 若仍调用 LLM，与含 LLM 的模式就不可比。所以它必须真的不调用，并有测试断言轮次为 0。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169664"/>
            <a:ext cx="8092440" cy="530352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169664"/>
            <a:ext cx="50292" cy="53035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4224528"/>
            <a:ext cx="77083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做法：先在示范集上积累记忆，再在完全不重叠的留出集上评测。评测阶段只读不写。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实测结果：记忆层没有带来可测增益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3246120"/>
            <a:ext cx="3794760" cy="0"/>
          </a:xfrm>
          <a:prstGeom prst="line">
            <a:avLst/>
          </a:prstGeom>
          <a:noFill/>
          <a:ln w="15240">
            <a:solidFill>
              <a:srgbClr val="D8DE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7820"/>
            <a:ext cx="457200" cy="1638300"/>
          </a:xfrm>
          <a:prstGeom prst="rect">
            <a:avLst/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35252"/>
            <a:ext cx="365760" cy="15834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13335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7B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" y="3291840"/>
            <a:ext cx="6766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llm-only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09928" y="2426970"/>
            <a:ext cx="457200" cy="81915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2454402"/>
            <a:ext cx="365760" cy="764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18488" y="215265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00200" y="3291840"/>
            <a:ext cx="6766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search-only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34056" y="1879778"/>
            <a:ext cx="457200" cy="1366342"/>
          </a:xfrm>
          <a:prstGeom prst="rect">
            <a:avLst/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9776" y="1907210"/>
            <a:ext cx="365760" cy="1311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42616" y="160545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7B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41.7%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24328" y="3291840"/>
            <a:ext cx="6766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llm+search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58184" y="1879778"/>
            <a:ext cx="457200" cy="1366342"/>
          </a:xfrm>
          <a:prstGeom prst="rect">
            <a:avLst/>
          </a:prstGeom>
          <a:solidFill>
            <a:srgbClr val="2B7BBA"/>
          </a:solidFill>
          <a:ln w="12700">
            <a:solidFill>
              <a:srgbClr val="2B7BB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03904" y="1907210"/>
            <a:ext cx="365760" cy="1311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66744" y="160545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7B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41.7%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48456" y="3291840"/>
            <a:ext cx="6766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+search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超基线率（提议显著优于基线的比例）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92040" y="1207008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三种含 LLM 模式的提议分逐位相同。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根因已定位到具体层面：</a:t>
            </a:r>
            <a:endParaRPr lang="en-US" sz="1300" dirty="0"/>
          </a:p>
          <a:p>
            <a:pPr lvl="1" marL="685800" indent="-3429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示范集准入的 5 条里，4 条是静止、1 条混合。</a:t>
            </a:r>
            <a:endParaRPr lang="en-US" sz="1300" dirty="0"/>
          </a:p>
          <a:p>
            <a:pPr lvl="1" marL="685800" indent="-3429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行驶类轨迹在记忆里一条已验证案例都没有。</a:t>
            </a:r>
            <a:endParaRPr lang="en-US" sz="1300" dirty="0"/>
          </a:p>
          <a:p>
            <a:pPr lvl="1" marL="6858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 条行驶类留出样本检索到的可用区间数是 0。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●"/>
            </a:pPr>
            <a:r>
              <a:rPr lang="en-US" sz="11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结论：这是示范集太小造成的数据饥饿，不是方法失败。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实践提醒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六个被数据推翻的假设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8092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1874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实测症状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距离用墨卡托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31°N 系统性放大 17%，容差预算凭空偏 17%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换局部等距投影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Hausdorff 口径错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顶点集算法给 548 米，真实值 4.77 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改点到折线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 偏差估计错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容差 2 米时报出 8349 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从递归结构取精确界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在噪声上算航向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单条静止轨迹假掉头 37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 10 米噪声地板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漂移用绝对偏移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误判 50% 的正常行驶点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改无量纲曲率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毛刺用位移法识别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一处毛刺污染两个位置，真毛刺抓不到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改相对插值位置偏差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24528"/>
            <a:ext cx="8092440" cy="54864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224528"/>
            <a:ext cx="50292" cy="548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4279392"/>
            <a:ext cx="77083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这些坑的共同点：代码都不会报错，只会让结论错。所以每条都写了回归测试。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现在能跑到什么程度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33856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可以直接用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886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离线模式可完整跑通全流程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接真实模型只需设一个环境变量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参数判分与记忆准入已可用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六类报告图自动产出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1338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还没验证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54880" y="1463040"/>
            <a:ext cx="3886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记忆增益（需扩大示范集）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LLM 的消融（未跑过）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路网约束（仅有接口）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 11386 条（未跑）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602736"/>
            <a:ext cx="8092440" cy="713232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602736"/>
            <a:ext cx="50292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3657600"/>
            <a:ext cx="770839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 provider 每次给出同一个拐点，天然抹平了模式差异。不接真实模型，消融表就没有信息量。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怎么接着做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822960" cy="32004"/>
          </a:xfrm>
          <a:prstGeom prst="rect">
            <a:avLst/>
          </a:prstGeom>
          <a:solidFill>
            <a:srgbClr val="2B7BB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9844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把示范集扩到 200 条以上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572768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让行驶类轨迹积累到足够样本。这是当前最紧的瓶颈。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457200" cy="457200"/>
          </a:xfrm>
          <a:prstGeom prst="ellipse">
            <a:avLst/>
          </a:prstGeom>
          <a:solidFill>
            <a:srgbClr val="2B7BB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40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2231136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接真实 LLM 重跑消融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615184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真实模型的提议有方差，才能显出搜索兜底与记忆先验的价值。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3273552"/>
            <a:ext cx="7406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放松准入阈值做敏感性扫描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36576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观察准入率与记忆增益的权衡曲线，这本身就是个好实验。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92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B7B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按预期收益排序。第一条不解决，后面两条得到的结论都不可信。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75320" y="47000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AB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LLM 的轨迹数据清洗评估</dc:title>
  <dc:subject>PptxGenJS Presentation</dc:subject>
  <dc:creator>轨迹处理实验课</dc:creator>
  <cp:lastModifiedBy>轨迹处理实验课</cp:lastModifiedBy>
  <cp:revision>1</cp:revision>
  <dcterms:created xsi:type="dcterms:W3CDTF">2026-09-16T13:19:03Z</dcterms:created>
  <dcterms:modified xsi:type="dcterms:W3CDTF">2026-09-16T13:19:03Z</dcterms:modified>
</cp:coreProperties>
</file>